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4049C827.xml" ContentType="application/vnd.ms-powerpoint.comments+xml"/>
  <Override PartName="/ppt/comments/modernComment_105_C3FFEC3E.xml" ContentType="application/vnd.ms-powerpoint.comments+xml"/>
  <Override PartName="/ppt/comments/modernComment_102_AB8C8A21.xml" ContentType="application/vnd.ms-powerpoint.comments+xml"/>
  <Override PartName="/ppt/comments/modernComment_106_964F4753.xml" ContentType="application/vnd.ms-powerpoint.comments+xml"/>
  <Override PartName="/ppt/comments/modernComment_103_60EA9C07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F73021-1A03-9063-3933-F29CC2914A36}" name="柔荷 張" initials="柔張" userId="e4c4df10563416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柔荷 張" userId="e4c4df105634167e" providerId="LiveId" clId="{83862935-19C0-4A2D-A834-946CCF13C085}"/>
    <pc:docChg chg="undo custSel addSld modSld">
      <pc:chgData name="柔荷 張" userId="e4c4df105634167e" providerId="LiveId" clId="{83862935-19C0-4A2D-A834-946CCF13C085}" dt="2026-09-11T04:15:50.814" v="443" actId="21"/>
      <pc:docMkLst>
        <pc:docMk/>
      </pc:docMkLst>
      <pc:sldChg chg="modSp mod">
        <pc:chgData name="柔荷 張" userId="e4c4df105634167e" providerId="LiveId" clId="{83862935-19C0-4A2D-A834-946CCF13C085}" dt="2026-09-11T04:04:23.774" v="265" actId="20577"/>
        <pc:sldMkLst>
          <pc:docMk/>
          <pc:sldMk cId="1078577191" sldId="256"/>
        </pc:sldMkLst>
        <pc:spChg chg="mod">
          <ac:chgData name="柔荷 張" userId="e4c4df105634167e" providerId="LiveId" clId="{83862935-19C0-4A2D-A834-946CCF13C085}" dt="2026-09-11T04:04:23.774" v="265" actId="20577"/>
          <ac:spMkLst>
            <pc:docMk/>
            <pc:sldMk cId="1078577191" sldId="256"/>
            <ac:spMk id="12" creationId="{476D1380-D1A9-6188-AFCA-9FDD83CF5BC3}"/>
          </ac:spMkLst>
        </pc:spChg>
      </pc:sldChg>
      <pc:sldChg chg="addSp delSp modSp mod">
        <pc:chgData name="柔荷 張" userId="e4c4df105634167e" providerId="LiveId" clId="{83862935-19C0-4A2D-A834-946CCF13C085}" dt="2026-09-11T03:23:02.560" v="183" actId="13926"/>
        <pc:sldMkLst>
          <pc:docMk/>
          <pc:sldMk cId="3115362891" sldId="257"/>
        </pc:sldMkLst>
        <pc:spChg chg="add mod">
          <ac:chgData name="柔荷 張" userId="e4c4df105634167e" providerId="LiveId" clId="{83862935-19C0-4A2D-A834-946CCF13C085}" dt="2026-09-11T03:15:17.436" v="138" actId="1076"/>
          <ac:spMkLst>
            <pc:docMk/>
            <pc:sldMk cId="3115362891" sldId="257"/>
            <ac:spMk id="2" creationId="{B7EB08AE-0870-7859-9135-EEF1CE816160}"/>
          </ac:spMkLst>
        </pc:spChg>
        <pc:spChg chg="add mod">
          <ac:chgData name="柔荷 張" userId="e4c4df105634167e" providerId="LiveId" clId="{83862935-19C0-4A2D-A834-946CCF13C085}" dt="2026-09-11T03:16:09.163" v="146" actId="20577"/>
          <ac:spMkLst>
            <pc:docMk/>
            <pc:sldMk cId="3115362891" sldId="257"/>
            <ac:spMk id="6" creationId="{E5907724-8C45-014E-0193-4A550CB6609F}"/>
          </ac:spMkLst>
        </pc:spChg>
        <pc:spChg chg="add mod">
          <ac:chgData name="柔荷 張" userId="e4c4df105634167e" providerId="LiveId" clId="{83862935-19C0-4A2D-A834-946CCF13C085}" dt="2026-09-11T03:16:38.841" v="162" actId="1076"/>
          <ac:spMkLst>
            <pc:docMk/>
            <pc:sldMk cId="3115362891" sldId="257"/>
            <ac:spMk id="7" creationId="{6992F777-C9FC-7F5E-0E48-D242047EDF52}"/>
          </ac:spMkLst>
        </pc:spChg>
        <pc:spChg chg="add del mod">
          <ac:chgData name="柔荷 張" userId="e4c4df105634167e" providerId="LiveId" clId="{83862935-19C0-4A2D-A834-946CCF13C085}" dt="2026-09-11T03:22:48.909" v="172" actId="478"/>
          <ac:spMkLst>
            <pc:docMk/>
            <pc:sldMk cId="3115362891" sldId="257"/>
            <ac:spMk id="8" creationId="{A4D7F931-BEC5-15C9-2724-1B455A25B77C}"/>
          </ac:spMkLst>
        </pc:spChg>
        <pc:spChg chg="add del mod">
          <ac:chgData name="柔荷 張" userId="e4c4df105634167e" providerId="LiveId" clId="{83862935-19C0-4A2D-A834-946CCF13C085}" dt="2026-09-11T03:17:32.305" v="167" actId="478"/>
          <ac:spMkLst>
            <pc:docMk/>
            <pc:sldMk cId="3115362891" sldId="257"/>
            <ac:spMk id="9" creationId="{0BE7611D-FA10-79AE-5BAD-007E0BFBD407}"/>
          </ac:spMkLst>
        </pc:spChg>
        <pc:spChg chg="add mod">
          <ac:chgData name="柔荷 張" userId="e4c4df105634167e" providerId="LiveId" clId="{83862935-19C0-4A2D-A834-946CCF13C085}" dt="2026-09-11T03:23:02.560" v="183" actId="13926"/>
          <ac:spMkLst>
            <pc:docMk/>
            <pc:sldMk cId="3115362891" sldId="257"/>
            <ac:spMk id="10" creationId="{423411E5-8FBF-40DD-B725-87BD1EEC8516}"/>
          </ac:spMkLst>
        </pc:spChg>
      </pc:sldChg>
      <pc:sldChg chg="addSp delSp modSp mod">
        <pc:chgData name="柔荷 張" userId="e4c4df105634167e" providerId="LiveId" clId="{83862935-19C0-4A2D-A834-946CCF13C085}" dt="2026-09-11T03:54:20.455" v="236" actId="1582"/>
        <pc:sldMkLst>
          <pc:docMk/>
          <pc:sldMk cId="2878114337" sldId="258"/>
        </pc:sldMkLst>
        <pc:spChg chg="add mod">
          <ac:chgData name="柔荷 張" userId="e4c4df105634167e" providerId="LiveId" clId="{83862935-19C0-4A2D-A834-946CCF13C085}" dt="2026-09-11T03:54:20.455" v="236" actId="1582"/>
          <ac:spMkLst>
            <pc:docMk/>
            <pc:sldMk cId="2878114337" sldId="258"/>
            <ac:spMk id="5" creationId="{3165C8C4-E72A-82C8-F0B3-17D580B77D52}"/>
          </ac:spMkLst>
        </pc:spChg>
        <pc:picChg chg="add del mod modCrop">
          <ac:chgData name="柔荷 張" userId="e4c4df105634167e" providerId="LiveId" clId="{83862935-19C0-4A2D-A834-946CCF13C085}" dt="2026-09-11T03:52:18.385" v="193" actId="21"/>
          <ac:picMkLst>
            <pc:docMk/>
            <pc:sldMk cId="2878114337" sldId="258"/>
            <ac:picMk id="4" creationId="{2D0797D6-EE68-CC34-0A02-82808ECFD48B}"/>
          </ac:picMkLst>
        </pc:picChg>
      </pc:sldChg>
      <pc:sldChg chg="addSp modSp mod">
        <pc:chgData name="柔荷 張" userId="e4c4df105634167e" providerId="LiveId" clId="{83862935-19C0-4A2D-A834-946CCF13C085}" dt="2026-09-11T04:07:10.844" v="271" actId="1076"/>
        <pc:sldMkLst>
          <pc:docMk/>
          <pc:sldMk cId="1625988103" sldId="259"/>
        </pc:sldMkLst>
        <pc:spChg chg="add mod">
          <ac:chgData name="柔荷 張" userId="e4c4df105634167e" providerId="LiveId" clId="{83862935-19C0-4A2D-A834-946CCF13C085}" dt="2026-09-11T03:53:22.895" v="223" actId="14100"/>
          <ac:spMkLst>
            <pc:docMk/>
            <pc:sldMk cId="1625988103" sldId="259"/>
            <ac:spMk id="2" creationId="{984AEA60-5CCF-EADC-7124-ADC7E9D69BD7}"/>
          </ac:spMkLst>
        </pc:spChg>
        <pc:spChg chg="add mod">
          <ac:chgData name="柔荷 張" userId="e4c4df105634167e" providerId="LiveId" clId="{83862935-19C0-4A2D-A834-946CCF13C085}" dt="2026-09-11T04:02:36.909" v="262" actId="1076"/>
          <ac:spMkLst>
            <pc:docMk/>
            <pc:sldMk cId="1625988103" sldId="259"/>
            <ac:spMk id="4" creationId="{EAECF0EA-5669-1321-8D54-A12A64394DF0}"/>
          </ac:spMkLst>
        </pc:spChg>
        <pc:spChg chg="add mod">
          <ac:chgData name="柔荷 張" userId="e4c4df105634167e" providerId="LiveId" clId="{83862935-19C0-4A2D-A834-946CCF13C085}" dt="2026-09-11T04:06:39.491" v="269" actId="1076"/>
          <ac:spMkLst>
            <pc:docMk/>
            <pc:sldMk cId="1625988103" sldId="259"/>
            <ac:spMk id="5" creationId="{2DF52B9C-0739-093A-15F4-1E0295CE4A9C}"/>
          </ac:spMkLst>
        </pc:spChg>
        <pc:spChg chg="add mod">
          <ac:chgData name="柔荷 張" userId="e4c4df105634167e" providerId="LiveId" clId="{83862935-19C0-4A2D-A834-946CCF13C085}" dt="2026-09-11T04:07:10.844" v="271" actId="1076"/>
          <ac:spMkLst>
            <pc:docMk/>
            <pc:sldMk cId="1625988103" sldId="259"/>
            <ac:spMk id="6" creationId="{3C6DA72C-FCB9-89D4-2589-EC9D7BDBD97F}"/>
          </ac:spMkLst>
        </pc:spChg>
      </pc:sldChg>
      <pc:sldChg chg="addSp modSp mod">
        <pc:chgData name="柔荷 張" userId="e4c4df105634167e" providerId="LiveId" clId="{83862935-19C0-4A2D-A834-946CCF13C085}" dt="2026-09-11T03:11:44.432" v="130" actId="1076"/>
        <pc:sldMkLst>
          <pc:docMk/>
          <pc:sldMk cId="3567376675" sldId="260"/>
        </pc:sldMkLst>
        <pc:spChg chg="add mod">
          <ac:chgData name="柔荷 張" userId="e4c4df105634167e" providerId="LiveId" clId="{83862935-19C0-4A2D-A834-946CCF13C085}" dt="2026-09-11T03:11:44.432" v="130" actId="1076"/>
          <ac:spMkLst>
            <pc:docMk/>
            <pc:sldMk cId="3567376675" sldId="260"/>
            <ac:spMk id="2" creationId="{2CFAAD94-DFB7-9463-9F9A-C02F7143A7D6}"/>
          </ac:spMkLst>
        </pc:spChg>
        <pc:picChg chg="mod">
          <ac:chgData name="柔荷 張" userId="e4c4df105634167e" providerId="LiveId" clId="{83862935-19C0-4A2D-A834-946CCF13C085}" dt="2026-09-11T03:11:23.250" v="127" actId="1076"/>
          <ac:picMkLst>
            <pc:docMk/>
            <pc:sldMk cId="3567376675" sldId="260"/>
            <ac:picMk id="3" creationId="{5C5816FB-B20A-7EAD-F32F-4019F412A656}"/>
          </ac:picMkLst>
        </pc:picChg>
      </pc:sldChg>
      <pc:sldChg chg="addSp delSp modSp new mod">
        <pc:chgData name="柔荷 張" userId="e4c4df105634167e" providerId="LiveId" clId="{83862935-19C0-4A2D-A834-946CCF13C085}" dt="2026-09-11T04:15:50.814" v="443" actId="21"/>
        <pc:sldMkLst>
          <pc:docMk/>
          <pc:sldMk cId="2521778003" sldId="262"/>
        </pc:sldMkLst>
        <pc:spChg chg="add mod">
          <ac:chgData name="柔荷 張" userId="e4c4df105634167e" providerId="LiveId" clId="{83862935-19C0-4A2D-A834-946CCF13C085}" dt="2026-09-11T03:52:50.439" v="218" actId="1076"/>
          <ac:spMkLst>
            <pc:docMk/>
            <pc:sldMk cId="2521778003" sldId="262"/>
            <ac:spMk id="2" creationId="{FF91077E-E8D4-BF22-0BC4-E43205ED0236}"/>
          </ac:spMkLst>
        </pc:spChg>
        <pc:spChg chg="add del mod">
          <ac:chgData name="柔荷 張" userId="e4c4df105634167e" providerId="LiveId" clId="{83862935-19C0-4A2D-A834-946CCF13C085}" dt="2026-09-11T03:54:03.665" v="230" actId="21"/>
          <ac:spMkLst>
            <pc:docMk/>
            <pc:sldMk cId="2521778003" sldId="262"/>
            <ac:spMk id="3" creationId="{3165C8C4-E72A-82C8-F0B3-17D580B77D52}"/>
          </ac:spMkLst>
        </pc:spChg>
        <pc:spChg chg="add del mod">
          <ac:chgData name="柔荷 張" userId="e4c4df105634167e" providerId="LiveId" clId="{83862935-19C0-4A2D-A834-946CCF13C085}" dt="2026-09-11T04:15:50.814" v="443" actId="21"/>
          <ac:spMkLst>
            <pc:docMk/>
            <pc:sldMk cId="2521778003" sldId="262"/>
            <ac:spMk id="3" creationId="{5635F800-4AAC-E28E-C0AE-63380D7F49BA}"/>
          </ac:spMkLst>
        </pc:spChg>
        <pc:spChg chg="add mod">
          <ac:chgData name="柔荷 張" userId="e4c4df105634167e" providerId="LiveId" clId="{83862935-19C0-4A2D-A834-946CCF13C085}" dt="2026-09-11T04:08:09.792" v="274" actId="208"/>
          <ac:spMkLst>
            <pc:docMk/>
            <pc:sldMk cId="2521778003" sldId="262"/>
            <ac:spMk id="5" creationId="{2CB607A1-ECA2-FEF9-B37A-A97366E1C522}"/>
          </ac:spMkLst>
        </pc:spChg>
        <pc:picChg chg="add mod">
          <ac:chgData name="柔荷 張" userId="e4c4df105634167e" providerId="LiveId" clId="{83862935-19C0-4A2D-A834-946CCF13C085}" dt="2026-09-11T03:53:00.174" v="220" actId="1076"/>
          <ac:picMkLst>
            <pc:docMk/>
            <pc:sldMk cId="2521778003" sldId="262"/>
            <ac:picMk id="4" creationId="{2D0797D6-EE68-CC34-0A02-82808ECFD48B}"/>
          </ac:picMkLst>
        </pc:picChg>
      </pc:sldChg>
    </pc:docChg>
  </pc:docChgLst>
</pc:chgInfo>
</file>

<file path=ppt/comments/modernComment_100_4049C8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9FB12F-F188-4813-A26F-356A424E1AD6}" authorId="{1BF73021-1A03-9063-3933-F29CC2914A36}" created="2026-09-09T03:57:09.3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8577191" sldId="256"/>
      <ac:spMk id="6" creationId="{C7248A1E-032D-D65D-5B79-5CE6F7684DB2}"/>
    </ac:deMkLst>
    <p188:txBody>
      <a:bodyPr/>
      <a:lstStyle/>
      <a:p>
        <a:r>
          <a:rPr lang="zh-TW" altLang="en-US"/>
          <a:t>紅框1:
英文可以再小一點，大概是g的位置可以到現在n的位置。</a:t>
        </a:r>
      </a:p>
    </p188:txBody>
  </p188:cm>
  <p188:cm id="{56148675-1E9C-4666-AECD-0C0170DB12A7}" authorId="{1BF73021-1A03-9063-3933-F29CC2914A36}" created="2026-09-09T03:57:40.6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8577191" sldId="256"/>
      <ac:spMk id="7" creationId="{49632E13-9F65-3CAA-595A-0C0C27256167}"/>
    </ac:deMkLst>
    <p188:txBody>
      <a:bodyPr/>
      <a:lstStyle/>
      <a:p>
        <a:r>
          <a:rPr lang="zh-TW" altLang="en-US"/>
          <a:t>紅框2:
圖片可以再小一點點</a:t>
        </a:r>
      </a:p>
    </p188:txBody>
  </p188:cm>
  <p188:cm id="{A533746F-B56E-433E-90B7-D0C688E63945}" authorId="{1BF73021-1A03-9063-3933-F29CC2914A36}" created="2026-09-09T04:15:42.0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78577191" sldId="256"/>
      <ac:spMk id="9" creationId="{1E697982-1F74-B5BF-C387-4FF215BFAE9A}"/>
    </ac:deMkLst>
    <p188:txBody>
      <a:bodyPr/>
      <a:lstStyle/>
      <a:p>
        <a:r>
          <a:rPr lang="zh-TW" altLang="en-US"/>
          <a:t>黃框1:文字修改成黃底黑字的部分
</a:t>
        </a:r>
      </a:p>
    </p188:txBody>
  </p188:cm>
</p188:cmLst>
</file>

<file path=ppt/comments/modernComment_102_AB8C8A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A8829D-3943-4D69-9EBE-2447510BA143}" authorId="{1BF73021-1A03-9063-3933-F29CC2914A36}" created="2026-09-11T04:00:08.6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8114337" sldId="258"/>
      <ac:spMk id="5" creationId="{3165C8C4-E72A-82C8-F0B3-17D580B77D52}"/>
    </ac:deMkLst>
    <p188:txBody>
      <a:bodyPr/>
      <a:lstStyle/>
      <a:p>
        <a:r>
          <a:rPr lang="zh-TW" altLang="en-US"/>
          <a:t>黃框:排版想要重新排一下 示意圖放在下一頁，可以依照那樣的排版風格!</a:t>
        </a:r>
      </a:p>
    </p188:txBody>
  </p188:cm>
</p188:cmLst>
</file>

<file path=ppt/comments/modernComment_103_60EA9C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303570-F576-4E25-B138-F0832B24B5D2}" authorId="{1BF73021-1A03-9063-3933-F29CC2914A36}" created="2026-09-11T04:03:21.496">
    <pc:sldMkLst xmlns:pc="http://schemas.microsoft.com/office/powerpoint/2013/main/command">
      <pc:docMk/>
      <pc:sldMk cId="1625988103" sldId="259"/>
    </pc:sldMkLst>
    <p188:txBody>
      <a:bodyPr/>
      <a:lstStyle/>
      <a:p>
        <a:r>
          <a:rPr lang="zh-TW" altLang="en-US"/>
          <a:t>紅框1:
圖片可以再小一點點(跟首頁的簽名大小一致)</a:t>
        </a:r>
      </a:p>
    </p188:txBody>
  </p188:cm>
</p188:cmLst>
</file>

<file path=ppt/comments/modernComment_105_C3FFEC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4C6831-3893-4C28-B22B-79232110422D}" authorId="{1BF73021-1A03-9063-3933-F29CC2914A36}" created="2026-09-09T04:23:33.7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88329278" sldId="261"/>
      <ac:spMk id="6" creationId="{D811ED4A-CD69-22DD-BCF4-57AC99EB36D6}"/>
    </ac:deMkLst>
    <p188:txBody>
      <a:bodyPr/>
      <a:lstStyle/>
      <a:p>
        <a:r>
          <a:rPr lang="zh-TW" altLang="en-US"/>
          <a:t>黃底黑字: 抱歉!!這部分我上一篇沒有寫清楚，時間如黃底黑字，再麻煩幫我修改一下!!
2011年 至 2013年
2010年 至 2013年
2010年 至 2016年</a:t>
        </a:r>
      </a:p>
    </p188:txBody>
  </p188:cm>
</p188:cmLst>
</file>

<file path=ppt/comments/modernComment_106_964F47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6C7DD4-87DA-4766-BCB1-63175568921B}" authorId="{1BF73021-1A03-9063-3933-F29CC2914A36}" created="2026-09-11T04:08:42.6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21778003" sldId="262"/>
      <ac:spMk id="5" creationId="{2CB607A1-ECA2-FEF9-B37A-A97366E1C522}"/>
    </ac:deMkLst>
    <p188:txBody>
      <a:bodyPr/>
      <a:lstStyle/>
      <a:p>
        <a:r>
          <a:rPr lang="zh-TW" altLang="en-US"/>
          <a:t>這個訊息的小圖 希望可以也加在我們的網頁上!!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D86898-80F6-669E-C3DA-216F13F12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E507D4-FEEF-48BD-4DA5-939412C75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511AE5-14C4-AAEF-F18B-F5C1279F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A157F8-C208-CDC0-846C-2975E424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3B7339-AEFD-3A40-24AF-5D145412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10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3D32A1-09C6-812D-8E07-B37395C1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06B583-C836-01C3-B261-DA696928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7C98A3-67D9-A67F-AF23-FFB022C5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83067A-DC3B-92E3-EA88-4B54E7A6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C262C9-6C96-382D-0B1B-B0220ECD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02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EC9DF-1570-35EC-BB5E-EE641307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0ED849-D289-6B68-15E8-ECCEA5192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73A2D-7AA0-7AA1-72E3-53292BC8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675652-AAC4-27D4-F12E-74DFEAF0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289027-01D4-F176-23DD-CE648DD7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67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8EFFE-DF1E-71E3-A8C3-D766F282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62B5DA-B4BB-638B-BDF2-2967C0577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341419-56E5-2703-D48C-E464B10A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D17812-69DC-E758-01E5-8D8EA488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314D85-B9E4-BA71-15E6-10369869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94562C-2A1A-ADC0-9BDC-7EFA2520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40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E0C685-C510-6F27-3B6C-186688BA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8AF5D-4091-5690-232B-F48A256AC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A6E975-789A-188B-3152-ADDACEAC5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B9290B-F1BC-47F5-DADD-CAD11EE81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634FDEE-3069-99E0-42EC-C54FF4317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7D9A90-A1B2-E88C-104B-FFD6D7BD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0357B15-509D-B40C-0E1A-E042345E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3B985E-2D9F-9D43-C3FD-3A3AEAE2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97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24F95-4557-C2AB-2434-47F8D6C3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1C7AC9-82A1-115C-8AB9-3CDDB9FB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38D2280-F10A-90F2-6A64-CCBCEE92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CC9837-FF3D-6FD4-436E-AD9CB848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02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66BAC-B548-FE56-7AC4-24C1B755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321751-C5F2-5A47-3DAA-B3FD8204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1CDCF8-1BA3-D838-5528-8D9995E6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87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0DE88F-9F3B-F2D3-32EB-481E5F97F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9B531-E410-8265-E72E-E6D99AFF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8EFAEE-DE23-195D-F541-55FEE8135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DCDA6E-2391-BD39-1E09-AB7B0B09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F747D6-2628-897C-8C12-A5F09D45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496DC4-E566-C043-3515-38232895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36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02258-45AB-4AF3-B66A-BC54D036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D1371B6-2C52-E014-9FC2-3BDF4A87F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AD3EB7-DCAB-50F6-1CB8-ADEC93A55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AA6A19-5403-C82E-6DBD-69948552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55BF92-4DEF-B616-315A-28D904E2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AFA93E-227B-803D-1B8D-1D975929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96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4DFEDD-8F22-9699-A51C-A8C95749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AEC2F4-4750-6FFC-EA30-05A6965E3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AAB5E1-A4AD-D414-097D-57783992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C2D502-DC78-87FE-613D-4DB01896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BB1629-6A83-27FE-19B0-D8080A7F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17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12E65E-8305-4678-42BE-1C47683B1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E42578-3D15-4D83-6575-881C5FBF6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000DC2-E830-6EA5-6152-9482D6EB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62A5CE-5FAE-1EC2-DB90-F8988E69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46C02E-567F-2D4E-04F0-395E2CC5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40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8368EE2-E694-1B1A-6450-761441CC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3B1E64-B4D0-0FD0-77C5-FCF0DE924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473028-BFE5-B00D-A1CD-4B414F5C8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9C0AF-0D32-4C55-8E7A-0D8CF02B1360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09717A-D401-B81E-7C33-CACFEABFA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E0EF46-FF82-8C24-6794-9D986050D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0B889-E177-4E20-93C8-BEC720F0C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98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4049C827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5_C3FFEC3E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2_AB8C8A2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6_964F475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3_60EA9C0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73336AD-F7E6-8400-A315-E94B980E5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248A1E-032D-D65D-5B79-5CE6F7684DB2}"/>
              </a:ext>
            </a:extLst>
          </p:cNvPr>
          <p:cNvSpPr/>
          <p:nvPr/>
        </p:nvSpPr>
        <p:spPr>
          <a:xfrm>
            <a:off x="1607127" y="2050473"/>
            <a:ext cx="3574473" cy="471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632E13-9F65-3CAA-595A-0C0C27256167}"/>
              </a:ext>
            </a:extLst>
          </p:cNvPr>
          <p:cNvSpPr/>
          <p:nvPr/>
        </p:nvSpPr>
        <p:spPr>
          <a:xfrm>
            <a:off x="9033164" y="5458690"/>
            <a:ext cx="1976581" cy="646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E697982-1F74-B5BF-C387-4FF215BFAE9A}"/>
              </a:ext>
            </a:extLst>
          </p:cNvPr>
          <p:cNvSpPr txBox="1"/>
          <p:nvPr/>
        </p:nvSpPr>
        <p:spPr>
          <a:xfrm>
            <a:off x="6530009" y="5369761"/>
            <a:ext cx="2276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highlight>
                  <a:srgbClr val="FFFF00"/>
                </a:highlight>
              </a:rPr>
              <a:t>沈東榮｜</a:t>
            </a:r>
            <a:r>
              <a:rPr lang="en-US" altLang="zh-TW" sz="1600" dirty="0">
                <a:highlight>
                  <a:srgbClr val="FFFF00"/>
                </a:highlight>
              </a:rPr>
              <a:t>1969</a:t>
            </a:r>
            <a:r>
              <a:rPr lang="zh-TW" altLang="en-US" sz="1600" dirty="0">
                <a:highlight>
                  <a:srgbClr val="FFFF00"/>
                </a:highlight>
              </a:rPr>
              <a:t>年｜宜蘭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A0CB12-039E-D6F0-B6B1-874613046F20}"/>
              </a:ext>
            </a:extLst>
          </p:cNvPr>
          <p:cNvSpPr txBox="1"/>
          <p:nvPr/>
        </p:nvSpPr>
        <p:spPr>
          <a:xfrm>
            <a:off x="1308702" y="1762780"/>
            <a:ext cx="596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924FE2-BC79-DD2C-61B6-43EDB68DBE03}"/>
              </a:ext>
            </a:extLst>
          </p:cNvPr>
          <p:cNvSpPr txBox="1"/>
          <p:nvPr/>
        </p:nvSpPr>
        <p:spPr>
          <a:xfrm>
            <a:off x="9017754" y="5369761"/>
            <a:ext cx="596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76D1380-D1A9-6188-AFCA-9FDD83CF5BC3}"/>
              </a:ext>
            </a:extLst>
          </p:cNvPr>
          <p:cNvSpPr txBox="1"/>
          <p:nvPr/>
        </p:nvSpPr>
        <p:spPr>
          <a:xfrm>
            <a:off x="6231584" y="5185095"/>
            <a:ext cx="596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FF00"/>
                </a:solidFill>
              </a:rPr>
              <a:t>1</a:t>
            </a:r>
            <a:endParaRPr lang="zh-TW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5771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C6135E-3642-2C65-4F69-E9D166D96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80970F4-5357-81E7-3907-542724691E7D}"/>
              </a:ext>
            </a:extLst>
          </p:cNvPr>
          <p:cNvSpPr txBox="1"/>
          <p:nvPr/>
        </p:nvSpPr>
        <p:spPr>
          <a:xfrm>
            <a:off x="7245644" y="4667331"/>
            <a:ext cx="1330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dirty="0">
                <a:highlight>
                  <a:srgbClr val="FFFF00"/>
                </a:highlight>
              </a:rPr>
              <a:t>2011</a:t>
            </a:r>
            <a:r>
              <a:rPr lang="zh-TW" altLang="en-US" sz="1000" b="1" dirty="0">
                <a:highlight>
                  <a:srgbClr val="FFFF00"/>
                </a:highlight>
              </a:rPr>
              <a:t>年</a:t>
            </a:r>
            <a:r>
              <a:rPr lang="en-US" altLang="zh-TW" sz="1000" b="1" dirty="0">
                <a:highlight>
                  <a:srgbClr val="FFFF00"/>
                </a:highlight>
              </a:rPr>
              <a:t> </a:t>
            </a:r>
            <a:r>
              <a:rPr lang="zh-TW" altLang="en-US" sz="1000" b="1" dirty="0">
                <a:highlight>
                  <a:srgbClr val="FFFF00"/>
                </a:highlight>
              </a:rPr>
              <a:t>至 </a:t>
            </a:r>
            <a:r>
              <a:rPr lang="en-US" altLang="zh-TW" sz="1000" b="1" dirty="0">
                <a:highlight>
                  <a:srgbClr val="FFFF00"/>
                </a:highlight>
              </a:rPr>
              <a:t>2013</a:t>
            </a:r>
            <a:r>
              <a:rPr lang="zh-TW" altLang="en-US" sz="1000" b="1" dirty="0">
                <a:highlight>
                  <a:srgbClr val="FFFF00"/>
                </a:highlight>
              </a:rPr>
              <a:t>年</a:t>
            </a:r>
            <a:r>
              <a:rPr lang="en-US" altLang="zh-TW" sz="1000" b="1" dirty="0">
                <a:highlight>
                  <a:srgbClr val="FFFF00"/>
                </a:highlight>
              </a:rPr>
              <a:t> 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50A3F9-B523-36C9-4D7D-9BABE2A1795F}"/>
              </a:ext>
            </a:extLst>
          </p:cNvPr>
          <p:cNvSpPr txBox="1"/>
          <p:nvPr/>
        </p:nvSpPr>
        <p:spPr>
          <a:xfrm>
            <a:off x="7245644" y="4928502"/>
            <a:ext cx="1330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dirty="0">
                <a:highlight>
                  <a:srgbClr val="FFFF00"/>
                </a:highlight>
              </a:rPr>
              <a:t>2010</a:t>
            </a:r>
            <a:r>
              <a:rPr lang="zh-TW" altLang="en-US" sz="1000" b="1" dirty="0">
                <a:highlight>
                  <a:srgbClr val="FFFF00"/>
                </a:highlight>
              </a:rPr>
              <a:t>年 至 </a:t>
            </a:r>
            <a:r>
              <a:rPr lang="en-US" altLang="zh-TW" sz="1000" b="1" dirty="0">
                <a:highlight>
                  <a:srgbClr val="FFFF00"/>
                </a:highlight>
              </a:rPr>
              <a:t>2013</a:t>
            </a:r>
            <a:r>
              <a:rPr lang="zh-TW" altLang="en-US" sz="1000" b="1" dirty="0">
                <a:highlight>
                  <a:srgbClr val="FFFF00"/>
                </a:highlight>
              </a:rPr>
              <a:t>年</a:t>
            </a:r>
            <a:r>
              <a:rPr lang="en-US" altLang="zh-TW" sz="1000" b="1" dirty="0">
                <a:highlight>
                  <a:srgbClr val="FFFF00"/>
                </a:highlight>
              </a:rPr>
              <a:t> 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11ED4A-CD69-22DD-BCF4-57AC99EB36D6}"/>
              </a:ext>
            </a:extLst>
          </p:cNvPr>
          <p:cNvSpPr txBox="1"/>
          <p:nvPr/>
        </p:nvSpPr>
        <p:spPr>
          <a:xfrm>
            <a:off x="7245645" y="5192032"/>
            <a:ext cx="13300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dirty="0">
                <a:highlight>
                  <a:srgbClr val="FFFF00"/>
                </a:highlight>
              </a:rPr>
              <a:t>2010</a:t>
            </a:r>
            <a:r>
              <a:rPr lang="zh-TW" altLang="en-US" sz="1000" b="1" dirty="0">
                <a:highlight>
                  <a:srgbClr val="FFFF00"/>
                </a:highlight>
              </a:rPr>
              <a:t>年 至 </a:t>
            </a:r>
            <a:r>
              <a:rPr lang="en-US" altLang="zh-TW" sz="1000" b="1" dirty="0">
                <a:highlight>
                  <a:srgbClr val="FFFF00"/>
                </a:highlight>
              </a:rPr>
              <a:t>2016</a:t>
            </a:r>
            <a:r>
              <a:rPr lang="zh-TW" altLang="en-US" sz="1000" b="1" dirty="0">
                <a:highlight>
                  <a:srgbClr val="FFFF00"/>
                </a:highlight>
              </a:rPr>
              <a:t>年</a:t>
            </a:r>
            <a:r>
              <a:rPr lang="en-US" altLang="zh-TW" sz="1000" b="1" dirty="0">
                <a:highlight>
                  <a:srgbClr val="FFFF00"/>
                </a:highlight>
              </a:rPr>
              <a:t>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83292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1013B1E-F1A1-4E64-2ADB-5B040A26A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4A09DF7-D356-4B06-6E18-05B712EF3BF6}"/>
              </a:ext>
            </a:extLst>
          </p:cNvPr>
          <p:cNvSpPr/>
          <p:nvPr/>
        </p:nvSpPr>
        <p:spPr>
          <a:xfrm>
            <a:off x="1607129" y="5181600"/>
            <a:ext cx="1810326" cy="249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0B8172-FF02-798D-CFCB-7DD5EA8E73AB}"/>
              </a:ext>
            </a:extLst>
          </p:cNvPr>
          <p:cNvSpPr/>
          <p:nvPr/>
        </p:nvSpPr>
        <p:spPr>
          <a:xfrm>
            <a:off x="8109526" y="5181600"/>
            <a:ext cx="1293091" cy="249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7EB08AE-0870-7859-9135-EEF1CE816160}"/>
              </a:ext>
            </a:extLst>
          </p:cNvPr>
          <p:cNvSpPr txBox="1"/>
          <p:nvPr/>
        </p:nvSpPr>
        <p:spPr>
          <a:xfrm>
            <a:off x="2078181" y="5181600"/>
            <a:ext cx="1228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highlight>
                  <a:srgbClr val="FFFF00"/>
                </a:highlight>
              </a:rPr>
              <a:t>Search Artworks</a:t>
            </a:r>
            <a:endParaRPr lang="zh-TW" altLang="en-US" sz="1100" dirty="0">
              <a:highlight>
                <a:srgbClr val="FFFF00"/>
              </a:highligh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907724-8C45-014E-0193-4A550CB6609F}"/>
              </a:ext>
            </a:extLst>
          </p:cNvPr>
          <p:cNvSpPr txBox="1"/>
          <p:nvPr/>
        </p:nvSpPr>
        <p:spPr>
          <a:xfrm>
            <a:off x="8381999" y="5175486"/>
            <a:ext cx="1228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highlight>
                  <a:srgbClr val="FFFF00"/>
                </a:highlight>
              </a:rPr>
              <a:t>year</a:t>
            </a:r>
            <a:endParaRPr lang="zh-TW" altLang="en-US" sz="1100" dirty="0">
              <a:highlight>
                <a:srgbClr val="FFFF00"/>
              </a:highligh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92F777-C9FC-7F5E-0E48-D242047EDF52}"/>
              </a:ext>
            </a:extLst>
          </p:cNvPr>
          <p:cNvSpPr txBox="1"/>
          <p:nvPr/>
        </p:nvSpPr>
        <p:spPr>
          <a:xfrm>
            <a:off x="8756071" y="5517101"/>
            <a:ext cx="1228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>
                <a:highlight>
                  <a:srgbClr val="FFFF00"/>
                </a:highlight>
              </a:rPr>
              <a:t>All years</a:t>
            </a:r>
            <a:endParaRPr lang="zh-TW" altLang="en-US" sz="900" dirty="0">
              <a:highlight>
                <a:srgbClr val="FF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23411E5-8FBF-40DD-B725-87BD1EEC8516}"/>
              </a:ext>
            </a:extLst>
          </p:cNvPr>
          <p:cNvSpPr txBox="1"/>
          <p:nvPr/>
        </p:nvSpPr>
        <p:spPr>
          <a:xfrm>
            <a:off x="2800926" y="5501712"/>
            <a:ext cx="29694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>
                <a:highlight>
                  <a:srgbClr val="FFFF00"/>
                </a:highlight>
              </a:rPr>
              <a:t>Artwork Title, Number, or Year</a:t>
            </a:r>
            <a:endParaRPr lang="zh-TW" altLang="en-US" sz="9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536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C5816FB-B20A-7EAD-F32F-4019F412A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A852AEC-C6A8-B45A-7D2D-76928ED08A90}"/>
              </a:ext>
            </a:extLst>
          </p:cNvPr>
          <p:cNvSpPr/>
          <p:nvPr/>
        </p:nvSpPr>
        <p:spPr>
          <a:xfrm>
            <a:off x="1681019" y="1320800"/>
            <a:ext cx="8959271" cy="5089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CFAAD94-DFB7-9463-9F9A-C02F7143A7D6}"/>
              </a:ext>
            </a:extLst>
          </p:cNvPr>
          <p:cNvSpPr txBox="1"/>
          <p:nvPr/>
        </p:nvSpPr>
        <p:spPr>
          <a:xfrm>
            <a:off x="1542473" y="328029"/>
            <a:ext cx="9781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FF0000"/>
                </a:solidFill>
                <a:highlight>
                  <a:srgbClr val="FFFF00"/>
                </a:highlight>
              </a:rPr>
              <a:t>作品的排列順序統一從編號</a:t>
            </a:r>
            <a:r>
              <a:rPr lang="en-US" altLang="zh-TW" sz="4800" b="1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zh-TW" altLang="en-US" sz="4800" b="1" dirty="0">
                <a:solidFill>
                  <a:srgbClr val="FF0000"/>
                </a:solidFill>
                <a:highlight>
                  <a:srgbClr val="FFFF00"/>
                </a:highlight>
              </a:rPr>
              <a:t>開始</a:t>
            </a:r>
          </a:p>
        </p:txBody>
      </p:sp>
    </p:spTree>
    <p:extLst>
      <p:ext uri="{BB962C8B-B14F-4D97-AF65-F5344CB8AC3E}">
        <p14:creationId xmlns:p14="http://schemas.microsoft.com/office/powerpoint/2010/main" val="356737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A94C2E0-63EF-16A0-5824-6ADEF3169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165C8C4-E72A-82C8-F0B3-17D580B77D52}"/>
              </a:ext>
            </a:extLst>
          </p:cNvPr>
          <p:cNvSpPr/>
          <p:nvPr/>
        </p:nvSpPr>
        <p:spPr>
          <a:xfrm>
            <a:off x="1016001" y="1311564"/>
            <a:ext cx="10058399" cy="472901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1143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D0797D6-EE68-CC34-0A02-82808ECFD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5" t="27744" b="3030"/>
          <a:stretch/>
        </p:blipFill>
        <p:spPr>
          <a:xfrm>
            <a:off x="2244435" y="997251"/>
            <a:ext cx="8272191" cy="537094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F91077E-E8D4-BF22-0BC4-E43205ED0236}"/>
              </a:ext>
            </a:extLst>
          </p:cNvPr>
          <p:cNvSpPr txBox="1"/>
          <p:nvPr/>
        </p:nvSpPr>
        <p:spPr>
          <a:xfrm>
            <a:off x="0" y="0"/>
            <a:ext cx="2170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highlight>
                  <a:srgbClr val="FF0000"/>
                </a:highlight>
              </a:rPr>
              <a:t>示意圖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B607A1-ECA2-FEF9-B37A-A97366E1C522}"/>
              </a:ext>
            </a:extLst>
          </p:cNvPr>
          <p:cNvSpPr/>
          <p:nvPr/>
        </p:nvSpPr>
        <p:spPr>
          <a:xfrm>
            <a:off x="2335696" y="5605670"/>
            <a:ext cx="665921" cy="762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7780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CA788D4-7DCA-C766-7DBB-0C03B3E2D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4AEA60-5CCF-EADC-7124-ADC7E9D69BD7}"/>
              </a:ext>
            </a:extLst>
          </p:cNvPr>
          <p:cNvSpPr/>
          <p:nvPr/>
        </p:nvSpPr>
        <p:spPr>
          <a:xfrm>
            <a:off x="7869382" y="5126181"/>
            <a:ext cx="2761673" cy="822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F0EA-5669-1321-8D54-A12A64394DF0}"/>
              </a:ext>
            </a:extLst>
          </p:cNvPr>
          <p:cNvSpPr txBox="1"/>
          <p:nvPr/>
        </p:nvSpPr>
        <p:spPr>
          <a:xfrm>
            <a:off x="1818860" y="4164496"/>
            <a:ext cx="237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elbudw@gmail.com</a:t>
            </a:r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F52B9C-0739-093A-15F4-1E0295CE4A9C}"/>
              </a:ext>
            </a:extLst>
          </p:cNvPr>
          <p:cNvSpPr txBox="1"/>
          <p:nvPr/>
        </p:nvSpPr>
        <p:spPr>
          <a:xfrm>
            <a:off x="7464036" y="4864571"/>
            <a:ext cx="596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6DA72C-FCB9-89D4-2589-EC9D7BDBD97F}"/>
              </a:ext>
            </a:extLst>
          </p:cNvPr>
          <p:cNvSpPr txBox="1"/>
          <p:nvPr/>
        </p:nvSpPr>
        <p:spPr>
          <a:xfrm>
            <a:off x="1520435" y="3825942"/>
            <a:ext cx="596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FF00"/>
                </a:solidFill>
              </a:rPr>
              <a:t>1</a:t>
            </a:r>
            <a:endParaRPr lang="zh-TW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881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53</Words>
  <Application>Microsoft Office PowerPoint</Application>
  <PresentationFormat>寬螢幕</PresentationFormat>
  <Paragraphs>16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柔荷 張</dc:creator>
  <cp:lastModifiedBy>柔荷 張</cp:lastModifiedBy>
  <cp:revision>1</cp:revision>
  <dcterms:created xsi:type="dcterms:W3CDTF">2026-09-09T04:24:43Z</dcterms:created>
  <dcterms:modified xsi:type="dcterms:W3CDTF">2026-09-11T04:16:59Z</dcterms:modified>
</cp:coreProperties>
</file>